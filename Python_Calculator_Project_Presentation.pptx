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61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 Calculator Application using Tkinter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Create a GUI Calculator using Python</a:t>
            </a:r>
            <a:endParaRPr lang="en-IN" dirty="0"/>
          </a:p>
          <a:p>
            <a:r>
              <a:rPr lang="en-IN" dirty="0"/>
              <a:t>Perform basic mathematical operations</a:t>
            </a:r>
          </a:p>
          <a:p>
            <a:r>
              <a:rPr lang="en-IN" dirty="0"/>
              <a:t>Learn application development</a:t>
            </a:r>
          </a:p>
          <a:p>
            <a:r>
              <a:rPr lang="en-IN" dirty="0"/>
              <a:t>Understand </a:t>
            </a:r>
            <a:r>
              <a:rPr lang="en-IN" dirty="0" err="1"/>
              <a:t>Tkinter</a:t>
            </a:r>
            <a:r>
              <a:rPr lang="en-IN" dirty="0"/>
              <a:t> library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Core Python Programming</a:t>
            </a:r>
          </a:p>
          <a:p>
            <a:r>
              <a:rPr dirty="0" err="1"/>
              <a:t>Tkinter</a:t>
            </a:r>
            <a:r>
              <a:rPr dirty="0"/>
              <a:t> Library</a:t>
            </a:r>
          </a:p>
          <a:p>
            <a:r>
              <a:rPr dirty="0"/>
              <a:t>Visual Studio Code (IDE)</a:t>
            </a:r>
          </a:p>
          <a:p>
            <a:r>
              <a:rPr dirty="0"/>
              <a:t>GitHub for code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Equation display screen</a:t>
            </a:r>
          </a:p>
          <a:p>
            <a:r>
              <a:rPr dirty="0"/>
              <a:t> Clickable numeric and operator buttons</a:t>
            </a:r>
          </a:p>
          <a:p>
            <a:r>
              <a:rPr dirty="0"/>
              <a:t> Addition, Subtraction, Multiplication, Division</a:t>
            </a:r>
          </a:p>
          <a:p>
            <a:r>
              <a:rPr dirty="0"/>
              <a:t> Equal (=) and Clear (C) functions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press() → Adds numbers/operators to screen</a:t>
            </a:r>
          </a:p>
          <a:p>
            <a:r>
              <a:rPr dirty="0"/>
              <a:t> </a:t>
            </a:r>
            <a:r>
              <a:rPr dirty="0" err="1"/>
              <a:t>equalpress</a:t>
            </a:r>
            <a:r>
              <a:rPr dirty="0"/>
              <a:t>() → Calculates result using eval()</a:t>
            </a:r>
          </a:p>
          <a:p>
            <a:r>
              <a:rPr dirty="0"/>
              <a:t> clear() → Clears the display</a:t>
            </a:r>
          </a:p>
          <a:p>
            <a:r>
              <a:rPr dirty="0"/>
              <a:t> </a:t>
            </a:r>
            <a:r>
              <a:rPr dirty="0" err="1"/>
              <a:t>Tkinter</a:t>
            </a:r>
            <a:r>
              <a:rPr dirty="0"/>
              <a:t> Buttons &amp; Entry used for GUI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calculator displays numbers and operations.</a:t>
            </a:r>
          </a:p>
          <a:p>
            <a:r>
              <a:rPr dirty="0"/>
              <a:t>User clicks buttons to perform calculations.</a:t>
            </a:r>
          </a:p>
          <a:p>
            <a:r>
              <a:rPr dirty="0"/>
              <a:t>Result appears instantly on the display screen.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C475C5-07A3-A8B9-19C4-51476F5CC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7273"/>
            <a:ext cx="9144000" cy="30407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Understanding of Core Python</a:t>
            </a:r>
          </a:p>
          <a:p>
            <a:r>
              <a:rPr dirty="0"/>
              <a:t>GUI development using </a:t>
            </a:r>
            <a:r>
              <a:rPr dirty="0" err="1"/>
              <a:t>Tkinter</a:t>
            </a:r>
            <a:endParaRPr dirty="0"/>
          </a:p>
          <a:p>
            <a:r>
              <a:rPr dirty="0"/>
              <a:t>Application development skills</a:t>
            </a:r>
          </a:p>
          <a:p>
            <a:r>
              <a:rPr dirty="0"/>
              <a:t>Basic GitHub usage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149</Words>
  <Application>Microsoft Office PowerPoint</Application>
  <PresentationFormat>On-screen Show (4:3)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Python Calculator Application using Tkinter</vt:lpstr>
      <vt:lpstr>Project Objective</vt:lpstr>
      <vt:lpstr>Tools &amp; Technologies Used</vt:lpstr>
      <vt:lpstr>Main Features</vt:lpstr>
      <vt:lpstr>Code Explanation</vt:lpstr>
      <vt:lpstr>Project Output</vt:lpstr>
      <vt:lpstr>Learning Outcome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KAMARPUKHURI TEA</cp:lastModifiedBy>
  <cp:revision>3</cp:revision>
  <dcterms:created xsi:type="dcterms:W3CDTF">2013-01-27T09:14:16Z</dcterms:created>
  <dcterms:modified xsi:type="dcterms:W3CDTF">2026-02-19T15:37:42Z</dcterms:modified>
  <cp:category/>
</cp:coreProperties>
</file>